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ExpenseTracker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9C6E0"/>
                </a:solidFill>
              </a:defRPr>
            </a:pPr>
            <a:r>
              <a:t>DevOps Final Capstone: from commit to monitored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Rishi Harti  ·  github.com/rishi-harti768/expense-tracker-devops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6FD8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What the application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Personal expense tracker: record an expense with title, amount, category, date and note.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Dashboard: total spent, entry count, food and transport totals, and the three newest expenses.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Filter by category, change an expense's category, delete an expense.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Nine REST endpoints under /api/expenses, with interactive docs at /docs.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Goal of the project: show how this app travels from a commit to a monitored cluster.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6FD8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743200" cy="457200"/>
          </a:xfrm>
          <a:prstGeom prst="roundRect">
            <a:avLst/>
          </a:prstGeom>
          <a:solidFill>
            <a:srgbClr val="3D6FD8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8138160" cy="45720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F2937"/>
                </a:solidFill>
              </a:defRPr>
            </a:pPr>
            <a:r>
              <a:t>Python 3.12, FastAPI, SQLAlchemy 2, Alembic, Pydantic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76272"/>
            <a:ext cx="2743200" cy="457200"/>
          </a:xfrm>
          <a:prstGeom prst="roundRect">
            <a:avLst/>
          </a:prstGeom>
          <a:solidFill>
            <a:srgbClr val="3D6FD8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76272"/>
            <a:ext cx="8138160" cy="45720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F2937"/>
                </a:solidFill>
              </a:defRPr>
            </a:pPr>
            <a:r>
              <a:t>React with Vite, plain CSS, nginx runtime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06624"/>
            <a:ext cx="2743200" cy="457200"/>
          </a:xfrm>
          <a:prstGeom prst="roundRect">
            <a:avLst/>
          </a:prstGeom>
          <a:solidFill>
            <a:srgbClr val="3D6FD8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706624"/>
            <a:ext cx="8138160" cy="45720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F2937"/>
                </a:solidFill>
              </a:defRPr>
            </a:pPr>
            <a:r>
              <a:t>PostgreSQL 16 with migrations managed by Alembic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36976"/>
            <a:ext cx="2743200" cy="457200"/>
          </a:xfrm>
          <a:prstGeom prst="roundRect">
            <a:avLst/>
          </a:prstGeom>
          <a:solidFill>
            <a:srgbClr val="3D6FD8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236976"/>
            <a:ext cx="8138160" cy="45720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F2937"/>
                </a:solidFill>
              </a:defRPr>
            </a:pPr>
            <a:r>
              <a:t>Pytest, 7 API tests on a SQLite test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67328"/>
            <a:ext cx="2743200" cy="457200"/>
          </a:xfrm>
          <a:prstGeom prst="roundRect">
            <a:avLst/>
          </a:prstGeom>
          <a:solidFill>
            <a:srgbClr val="3D6FD8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Containers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767328"/>
            <a:ext cx="8138160" cy="45720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F2937"/>
                </a:solidFill>
              </a:defRPr>
            </a:pPr>
            <a:r>
              <a:t>Docker multi-stage builds, Docker Compose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2743200" cy="457200"/>
          </a:xfrm>
          <a:prstGeom prst="roundRect">
            <a:avLst/>
          </a:prstGeom>
          <a:solidFill>
            <a:srgbClr val="3D6FD8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CI and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297680"/>
            <a:ext cx="8138160" cy="45720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F2937"/>
                </a:solidFill>
              </a:defRPr>
            </a:pPr>
            <a:r>
              <a:t>GitHub Actions, Trivy (HIGH and CRITICAL gate), GHCR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28032"/>
            <a:ext cx="2743200" cy="457200"/>
          </a:xfrm>
          <a:prstGeom prst="roundRect">
            <a:avLst/>
          </a:prstGeom>
          <a:solidFill>
            <a:srgbClr val="3D6FD8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4828032"/>
            <a:ext cx="8138160" cy="45720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F2937"/>
                </a:solidFill>
              </a:defRPr>
            </a:pPr>
            <a:r>
              <a:t>Terraform: AWS VPC and EKS in ap-south-1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58384"/>
            <a:ext cx="2743200" cy="457200"/>
          </a:xfrm>
          <a:prstGeom prst="roundRect">
            <a:avLst/>
          </a:prstGeom>
          <a:solidFill>
            <a:srgbClr val="3D6FD8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Orchestration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5358384"/>
            <a:ext cx="8138160" cy="45720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F2937"/>
                </a:solidFill>
              </a:defRPr>
            </a:pPr>
            <a:r>
              <a:t>Kubernetes, Helm chart, Ingress, HPA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88736"/>
            <a:ext cx="2743200" cy="457200"/>
          </a:xfrm>
          <a:prstGeom prst="roundRect">
            <a:avLst/>
          </a:prstGeom>
          <a:solidFill>
            <a:srgbClr val="3D6FD8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Observability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5888736"/>
            <a:ext cx="8138160" cy="45720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F2937"/>
                </a:solidFill>
              </a:defRPr>
            </a:pPr>
            <a:r>
              <a:t>Prometheus, Grafana, ServiceMonitor, /metrics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6FD8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194560" cy="91440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Developer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git push to main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214884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1554480"/>
            <a:ext cx="2926080" cy="146304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GitHub Actions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test  →  build, scan, push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400800" y="214884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377440" cy="91440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GHCR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images tagged with SHA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418320" y="214884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0" y="1828800"/>
            <a:ext cx="1828800" cy="91440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Helm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manual upgrade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2194560" cy="82296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Browser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834640" y="402336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3749039"/>
            <a:ext cx="2194560" cy="82296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Ingress (nginx)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/ and /api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577840" y="402336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0" y="3383280"/>
            <a:ext cx="2560320" cy="82296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Frontend (nginx)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React build, 2 pods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389120"/>
            <a:ext cx="2560320" cy="82296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Backend (FastAPI)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2 pods, port 8000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6800" y="466344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4389120"/>
            <a:ext cx="2560320" cy="82296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PostgreSQL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PVC 5 GiB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5486400"/>
            <a:ext cx="5669280" cy="731520"/>
          </a:xfrm>
          <a:prstGeom prst="roundRect">
            <a:avLst/>
          </a:prstGeom>
          <a:solidFill>
            <a:srgbClr val="101828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Prometheus scrapes /metrics  →  Grafana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6FD8"/>
                </a:solidFill>
              </a:defRPr>
            </a:pPr>
            <a:r>
              <a:t>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CI/CD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291840" cy="201168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test job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pytest (7 tests)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npm run build (frontend)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23360" y="274320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474720" cy="201168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build-scan-push job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build 2 images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Trivy: HIGH and CRITICAL fail the build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push to GHCR with commit SHA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138160" y="2743200"/>
            <a:ext cx="36576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0" y="2011680"/>
            <a:ext cx="3108960" cy="2011680"/>
          </a:xfrm>
          <a:prstGeom prst="roundRect">
            <a:avLst/>
          </a:prstGeom>
          <a:solidFill>
            <a:srgbClr val="F2F5FA"/>
          </a:solidFill>
          <a:ln>
            <a:solidFill>
              <a:srgbClr val="3D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Deploy (manual)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helm upgrade with the SHA tag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GitOps (ArgoCD) not set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•  Runs on every push to main.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•  A failing test or a fixable HIGH or CRITICAL CVE stops the pipeline before any image is pushed.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</a:defRPr>
            </a:pPr>
            <a:r>
              <a:t>•  Trivy fixes made during the build: pinned newer Starlette, FastAPI and instrumentator; moved the frontend to an updated nginx 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6FD8"/>
                </a:solidFill>
              </a:defRPr>
            </a:pPr>
            <a: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Infrastructure as code (Terraform)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VPC expense-tracker-vpc: 10.20.0.0/16, 2 availability zones, 2 public and 2 private subnets, one NAT gateway.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EKS cluster expense-tracker-eks on Kubernetes 1.31, with a public API endpoint.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Managed node group: 2 × t3.medium, scaling from 2 to 4 nodes.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Plan: 54 resources to add. Apply created the VPC and cluster. Both nodes reached Ready.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Destroy completed, so no AWS resources remain for this project.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Credentials come from AWS SSO. Nothing secret is committed; terraform.tfvars.example holds placeholders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6FD8"/>
                </a:solidFill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Kubernetes and Helm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Namespace expense-tracker, one Helm chart with values for dev and prod.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Backend and frontend: 2 replicas each, ClusterIP Services, readiness and liveness probes.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Ingress routes / to the frontend and /api to the backend.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PostgreSQL runs in the cluster with a 5 GiB persistent volume and a credentials Secret.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Backend HPA: 2 to 6 replicas at 60% CPU (enabled outside dev).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Verified on minikube: helm lint passes, all pods Running, the app works through the Ingress.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6FD8"/>
                </a:solidFill>
              </a:defRPr>
            </a:pPr>
            <a:r>
              <a:t>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Observability: Prometheus and 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Backend exports request metrics at /metrics (prometheus-fastapi-instrumentator).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kube-prometheus-stack installs Prometheus and Grafana in the monitoring namespace.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A ServiceMonitor tells Prometheus to scrape the backend every 15 seconds.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Prometheus Targets: both backend pods are UP.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Grafana dashboard ExpenseTracker HTTP: requests per second, and requests per second by handler.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6FD8"/>
                </a:solidFill>
              </a:defRPr>
            </a:pPr>
            <a:r>
              <a:t>WHY IT IS BUILT THIS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Key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Tests run before images are built. A broken build never reaches the registry.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Images are tagged with the commit SHA, so every deployed version traces back to one commit.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Containers run as non-root users. The frontend uses an unprivileged nginx image.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Migrations run before the API starts, so the schema matches the code.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Terraform describes the network and cluster, so they can be rebuilt and destroyed on demand.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Helm packages the Kubernetes manifests, and values files separate dev and prod settings.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6FD8"/>
                </a:solidFill>
              </a:defRPr>
            </a:pPr>
            <a: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Key learnings and known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Learned: a pipeline is only as good as its gates. Trivy found real CVEs in pinned base images.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Learned: Helm values and image tags must match the built images. Most early failures came from mismatched names.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Limit: deployment is a manual Helm upgrade. ArgoCD (GitOps) was not set up.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Limit: single PostgreSQL replica, with no backup. Database password is a plain value for a classroom demo.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 Limit: the Grafana dashboard is not stored in the repo. It must be recreated from the README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